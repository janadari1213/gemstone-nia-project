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[Both] Welcome and 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[Sajini] Explain the complexity of gemstone pricing and introduce the research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[Sajini] Describe the data sources and preprocessing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[Buddhika] Walk through the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[Sajini] Detail the GA implementation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[Buddhika] Explain the continuous to binary PSO transformation.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[Buddhika] Both algorithms successfully plateaued at highly optimal fitness levels rapidly.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[Sajini] Compare the optimized models to the full-feature baselines.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[Buddhika] State the statistical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[Both] Wrap up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Gemstone Price Prediction using NIA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Sajini &amp; Buddhika Janadari</a:t>
            </a:r>
          </a:p>
          <a:p>
            <a:r>
              <a:t>Module: IT41033 | Horizon Campus</a:t>
            </a:r>
          </a:p>
          <a:p>
            <a:r>
              <a:t>Lecturer: Mr. Sanka Wijewardene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Gemstone pricing depends on highly correlated features.</a:t>
            </a:r>
          </a:p>
          <a:p>
            <a:r>
              <a:t>- Can Nature-Inspired Algorithms (GA/PSO) autonomously select feature subsets that reduce complexity while maintaining predictive accuracy?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Diamonds Dataset (Sajini): 53,940 instances, 10 features.</a:t>
            </a:r>
          </a:p>
          <a:p>
            <a:r>
              <a:t>- Cubic Zirconia Dataset (Buddhika): 26,967 instances, 10 features.</a:t>
            </a:r>
          </a:p>
          <a:p>
            <a:r>
              <a:t>- Target: Price. Core features: Carat, Cut, Color, Clarity, Depth, Table, X, Y, 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Preprocessing → Baseline Models (RF/XGB) → Metaheuristic Optimization (GA/PSO) → Final Models →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Genetic Algorithm (GA)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Presenter: Sajini</a:t>
            </a:r>
          </a:p>
          <a:p>
            <a:r>
              <a:t>- Encoding: Binary Chromosome</a:t>
            </a:r>
          </a:p>
          <a:p>
            <a:r>
              <a:t>- Fitness: Avg CV R2 - 0.001*N_features</a:t>
            </a:r>
          </a:p>
          <a:p>
            <a:r>
              <a:t>- Operators: Tournament Selection, Uniform Crossover, Bit-flip Mutation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Particle Swarm Optimization (PSO)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Presenter: Buddhika</a:t>
            </a:r>
          </a:p>
          <a:p>
            <a:r>
              <a:t>- Encoding: Continuous velocities transformed via Sigmoid to binary.</a:t>
            </a:r>
          </a:p>
          <a:p>
            <a:r>
              <a:t>- Fitness: Same penalty formula.</a:t>
            </a:r>
          </a:p>
          <a:p>
            <a:r>
              <a:t>- Update: Standard velocity updates with decaying inertia.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Convergence Comparison</a:t>
            </a:r>
          </a:p>
        </p:txBody>
      </p:sp>
      <p:pic>
        <p:nvPicPr>
          <p:cNvPr id="3" name="Picture 2" descr="ga_vs_pso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Comparison</a:t>
            </a:r>
          </a:p>
        </p:txBody>
      </p:sp>
      <p:pic>
        <p:nvPicPr>
          <p:cNvPr id="3" name="Picture 2" descr="comparison_metric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Hypothesis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Both GA and PSO selected the '4 Cs', dropping redundant spatial features.</a:t>
            </a:r>
          </a:p>
          <a:p>
            <a:r>
              <a:t>- GA reduced features by 33.3%, PSO by 55.6%.</a:t>
            </a:r>
          </a:p>
          <a:p>
            <a:r>
              <a:t>- Accuracy (R2) dropped by less than 0.2% in both cases.</a:t>
            </a:r>
          </a:p>
          <a:p>
            <a:r>
              <a:t>- Hypothesis Supported: Complexity heavily reduced with virtually no accuracy penalty.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Conclusion: NIA effectively isolates critical predictive features, providing simpler, domain-intuitive models.</a:t>
            </a:r>
          </a:p>
          <a:p>
            <a:r>
              <a:t>- Future Work: Shared single dataset for direct comparison, Hybrid GA-PSO architecture, Deep Learning baselines.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